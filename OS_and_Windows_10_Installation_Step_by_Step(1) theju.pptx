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-114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Operating System &amp; Windows 10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EBFA"/>
                </a:solidFill>
              </a:defRPr>
            </a:pPr>
            <a:r>
              <a:t>Step-by-step guide with illustrations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3977639"/>
            <a:ext cx="2834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46320" y="4160520"/>
            <a:ext cx="2468880" cy="1051560"/>
          </a:xfrm>
          <a:prstGeom prst="rect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6440" y="5486400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0" y="5760720"/>
            <a:ext cx="155448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1. What is an Operating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An Operating System (OS) is the main software that controls a computer.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It manages hardware, files, memory, applications and user interaction.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Examples: Windows, Linux, macOS, Android.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417320"/>
            <a:ext cx="4023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4023360" cy="384048"/>
          </a:xfrm>
          <a:prstGeom prst="rect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43800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44968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46136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947672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468880"/>
            <a:ext cx="34747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45552" y="254203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CPU &amp;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90672"/>
            <a:ext cx="34747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316382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Storage &amp;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12464"/>
            <a:ext cx="34747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378561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Devices &amp; Drivers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334256"/>
            <a:ext cx="34747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44074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Applications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956048"/>
            <a:ext cx="34747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502920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User Interface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2. Requirements Before Windows 10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Windows 10 installation media (USB/DVD or ISO).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 working computer and a backup of important files.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At least 1 GB RAM for 32-bit or 2 GB for 64-bit.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At least 32 GB storage is recommended for Windows 10.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Internet connection is useful for updates and drivers.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371600"/>
            <a:ext cx="3931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06640" y="1371600"/>
            <a:ext cx="3931920" cy="384048"/>
          </a:xfrm>
          <a:prstGeom prst="rect">
            <a:avLst/>
          </a:prstGeom>
          <a:solidFill>
            <a:srgbClr val="2D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43800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44968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46136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90195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Preparation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423160"/>
            <a:ext cx="3383279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45552" y="24963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✓ Backup important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44952"/>
            <a:ext cx="3383279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3118104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✓ Create bootable USB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666744"/>
            <a:ext cx="3383279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3739896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✓ Check BIOS/UEFI 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288536"/>
            <a:ext cx="3383279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4361688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✓ Connect power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910327"/>
            <a:ext cx="3383279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4983479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✓ Keep product key if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 Create a Bootable Windows 10 USB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Download the Windows 10 ISO or installation media from Microsoft.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Use a suitable USB drive and a bootable-media creation tool.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Select the USB drive as the destination.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Wait until the bootable USB is created.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41732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29400" y="1417320"/>
            <a:ext cx="4754880" cy="384048"/>
          </a:xfrm>
          <a:prstGeom prst="rect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66560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967728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68896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947672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Bootable USB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468880"/>
            <a:ext cx="420624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54203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Windows 10 ISO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090672"/>
            <a:ext cx="420624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68312" y="3163824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USB Drive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712464"/>
            <a:ext cx="420624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68312" y="3785616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Create installation 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334256"/>
            <a:ext cx="420624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4407408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Progress: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956048"/>
            <a:ext cx="420624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8312" y="5029200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USB Ready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4. Boot the Computer from USB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126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Insert the bootable USB into the computer.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Restart the computer.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Open the Boot Menu or BIOS/UEFI setup during startup.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Select the USB device as the boot option.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Windows Setup screen should appear.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417320"/>
            <a:ext cx="4480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0" y="1417320"/>
            <a:ext cx="4480560" cy="38404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95160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96328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97496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194767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Boot Menu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468880"/>
            <a:ext cx="39319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6912" y="2542032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Windows Boot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90672"/>
            <a:ext cx="39319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3163824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UEFI: USB Storage Device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712464"/>
            <a:ext cx="39319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6912" y="3785616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Network 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334256"/>
            <a:ext cx="39319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4407408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0" y="4956048"/>
            <a:ext cx="393192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50292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→ Select USB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5. Windows Setup – Language &amp;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Choose language, time/currency format and keyboard layout.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Click Next.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Click Install now.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Enter a product key if prompted, or choose the available option to continue.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Accept the license terms.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20840" y="1371600"/>
            <a:ext cx="4572000" cy="384048"/>
          </a:xfrm>
          <a:prstGeom prst="rect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0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59168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60336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190195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Windows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59" y="2423160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9752" y="2496312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Language: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59" y="3044952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9752" y="3118104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Time &amp; currency: India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59" y="3666744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9752" y="3739896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Keyboard: 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59" y="4288536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59752" y="4361688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→ 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59" y="4910327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9752" y="4983479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Install 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6. Choose Installation Type &amp;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126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Choose Upgrade if you are keeping the existing supported installation.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Choose Custom for a clean installation.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Select the target disk/partition carefully.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For a clean install, back up data before deleting or formatting partitions.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Click Next to begin copying Windows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20840" y="1371600"/>
            <a:ext cx="4572000" cy="384048"/>
          </a:xfrm>
          <a:prstGeom prst="rect">
            <a:avLst/>
          </a:prstGeom>
          <a:solidFill>
            <a:srgbClr val="2D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0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59168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60336" y="149047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190195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Where do you want to install Windows?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59" y="2423160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9752" y="2496312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Drive 0 Partition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59" y="3044952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9752" y="3118104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Drive 0 Partition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59" y="3666744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9752" y="3739896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Unallocated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59" y="4288536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59752" y="4361688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← Select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59" y="4910327"/>
            <a:ext cx="40233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9752" y="4983479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Next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7. Installation &amp; First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Windows copies files and installs required components.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computer may restart several times.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Do not remove the USB until the system has moved past the initial boot stage.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Complete the first-time setup: region, keyboard, network and account.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Create a strong password/PIN.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280" y="1417320"/>
            <a:ext cx="4389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389120" cy="384048"/>
          </a:xfrm>
          <a:prstGeom prst="rect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49440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50608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51776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94767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Installing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468880"/>
            <a:ext cx="384048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2" y="2542032"/>
            <a:ext cx="3520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Copying files…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090672"/>
            <a:ext cx="384048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51192" y="3163824"/>
            <a:ext cx="3520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Installing features…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712464"/>
            <a:ext cx="384048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51192" y="3785616"/>
            <a:ext cx="3520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Installing updates…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334256"/>
            <a:ext cx="384048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1192" y="4407408"/>
            <a:ext cx="3520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Restarting…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956048"/>
            <a:ext cx="384048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51192" y="5029200"/>
            <a:ext cx="3520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Welcome!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8. After Installation – Important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Run Windows Update and install security updates.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Install or verify device drivers: chipset, graphics, audio, Wi-Fi/LAN.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Activate Windows if required.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Install essential applications.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Restore backed-up files and configure security settings.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Create a restore point/recovery option where appropriate.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4173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79" y="1417320"/>
            <a:ext cx="3657600" cy="384048"/>
          </a:xfrm>
          <a:prstGeom prst="rect">
            <a:avLst/>
          </a:prstGeom>
          <a:solidFill>
            <a:srgbClr val="2D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35240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36408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37575" y="15361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9476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B"/>
                </a:solidFill>
              </a:defRPr>
            </a:pPr>
            <a:r>
              <a:t>Windows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468880"/>
            <a:ext cx="31089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36992" y="25420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Checking for updates…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90672"/>
            <a:ext cx="31089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316382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Security update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712464"/>
            <a:ext cx="31089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3785616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Driver update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334256"/>
            <a:ext cx="31089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4407408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Restart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956048"/>
            <a:ext cx="3108960" cy="475488"/>
          </a:xfrm>
          <a:prstGeom prst="roundRect">
            <a:avLst/>
          </a:prstGeom>
          <a:solidFill>
            <a:srgbClr val="F0F6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502920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System ready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Installation Flow – Quick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Backup data</a:t>
            </a:r>
          </a:p>
        </p:txBody>
      </p:sp>
      <p:sp>
        <p:nvSpPr>
          <p:cNvPr id="6" name="Oval 5"/>
          <p:cNvSpPr/>
          <p:nvPr/>
        </p:nvSpPr>
        <p:spPr>
          <a:xfrm>
            <a:off x="3520439" y="146304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39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44475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Create bootable USB</a:t>
            </a:r>
          </a:p>
        </p:txBody>
      </p:sp>
      <p:sp>
        <p:nvSpPr>
          <p:cNvPr id="9" name="Oval 8"/>
          <p:cNvSpPr/>
          <p:nvPr/>
        </p:nvSpPr>
        <p:spPr>
          <a:xfrm>
            <a:off x="6309359" y="146304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44475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Boot from USB</a:t>
            </a:r>
          </a:p>
        </p:txBody>
      </p:sp>
      <p:sp>
        <p:nvSpPr>
          <p:cNvPr id="12" name="Oval 11"/>
          <p:cNvSpPr/>
          <p:nvPr/>
        </p:nvSpPr>
        <p:spPr>
          <a:xfrm>
            <a:off x="9098280" y="146304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19" y="144475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Start Windows Setup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387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1071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Choose disk/partition</a:t>
            </a:r>
          </a:p>
        </p:txBody>
      </p:sp>
      <p:sp>
        <p:nvSpPr>
          <p:cNvPr id="18" name="Oval 17"/>
          <p:cNvSpPr/>
          <p:nvPr/>
        </p:nvSpPr>
        <p:spPr>
          <a:xfrm>
            <a:off x="3520439" y="342900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39" y="35387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341071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Install Windows</a:t>
            </a:r>
          </a:p>
        </p:txBody>
      </p:sp>
      <p:sp>
        <p:nvSpPr>
          <p:cNvPr id="21" name="Oval 20"/>
          <p:cNvSpPr/>
          <p:nvPr/>
        </p:nvSpPr>
        <p:spPr>
          <a:xfrm>
            <a:off x="6309359" y="342900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35387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341071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Complete first setup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3429000"/>
            <a:ext cx="640080" cy="640080"/>
          </a:xfrm>
          <a:prstGeom prst="ellipse">
            <a:avLst/>
          </a:prstGeom>
          <a:solidFill>
            <a:srgbClr val="2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35387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341071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Update drivers &amp; 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Safety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Always back up important files before a clean installation.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Do not format or delete the wrong partition.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Use genuine Windows installation media.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Keep the computer connected to power during installation.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Install security updates and trusted drivers after setup.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6019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645</Words>
  <Application>Microsoft Macintosh PowerPoint</Application>
  <PresentationFormat>Custom</PresentationFormat>
  <Paragraphs>128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dc:description>generated using python-pptx</dc:description>
  <cp:lastModifiedBy>HP</cp:lastModifiedBy>
  <cp:revision>1</cp:revision>
  <dcterms:created xsi:type="dcterms:W3CDTF">2013-01-27T09:14:16Z</dcterms:created>
  <dcterms:modified xsi:type="dcterms:W3CDTF">2026-09-11T06:01:23Z</dcterms:modified>
</cp:coreProperties>
</file>